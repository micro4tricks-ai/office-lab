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تقرير الصيانة الشهري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تم فحص جميع الأجهزة في المبنى الرئيسي ولا توجد أعطال.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تم فحص جميع الأجهزة في المبنى الرئيسي ولا توجد أعطال.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